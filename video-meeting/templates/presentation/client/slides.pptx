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>
              <a:defRPr sz="3200">
                <a:solidFill>
                  <a:srgbClr val="117A65"/>
                </a:solidFill>
                <a:latin typeface="Calibri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117A65"/>
                </a:solidFill>
                <a:latin typeface="Calibri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 sz="3200">
                <a:solidFill>
                  <a:srgbClr val="117A65"/>
                </a:solidFill>
                <a:latin typeface="Calibri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117A65"/>
                </a:solidFill>
                <a:latin typeface="Calibri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 sz="3200">
                <a:solidFill>
                  <a:srgbClr val="117A65"/>
                </a:solidFill>
                <a:latin typeface="Calibri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117A65"/>
                </a:solidFill>
                <a:latin typeface="Calibri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 sz="3200">
                <a:solidFill>
                  <a:srgbClr val="117A65"/>
                </a:solidFill>
                <a:latin typeface="Calibri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 sz="3200">
                <a:solidFill>
                  <a:srgbClr val="117A65"/>
                </a:solidFill>
                <a:latin typeface="Calibri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117A65"/>
                </a:solidFill>
                <a:latin typeface="Calibri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 sz="3200">
                <a:solidFill>
                  <a:srgbClr val="117A65"/>
                </a:solidFill>
                <a:latin typeface="Calibri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