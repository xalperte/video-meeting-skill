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 sz="3200">
                <a:solidFill>
                  <a:srgbClr val="1A2238"/>
                </a:solidFill>
                <a:latin typeface="Cambria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